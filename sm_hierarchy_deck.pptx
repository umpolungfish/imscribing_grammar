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Standard Model Topological Hierarchy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Extension of Z2/Z3/SU(3) logic to full SM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2026-06-09T00:27:24Z</dcterms:created>
  <dcterms:modified xsi:type="dcterms:W3CDTF">2026-06-09T00:27:24Z</dcterms:modified>
</cp:coreProperties>
</file>